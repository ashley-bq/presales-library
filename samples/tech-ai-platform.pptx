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人工坐席占比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上线前</c:v>
                  </c:pt>
                  <c:pt idx="1">
                    <c:v>第1月</c:v>
                  </c:pt>
                  <c:pt idx="2">
                    <c:v>第2月</c:v>
                  </c:pt>
                  <c:pt idx="3">
                    <c:v>第3月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72</c:v>
                </c:pt>
                <c:pt idx="2">
                  <c:v>55</c:v>
                </c:pt>
                <c:pt idx="3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讲解重点：先共情痛点，再引出中台方案。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L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XX科技 · 售前方案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中小银行 AI 中台建设方案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以"小投入、快见效"为原则，构建可复用的 AI 能力底座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面向：城商行 / 农商行    2026 年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中小行建设 AI 能力的三大痛点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算力与人才不足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难以自建大模型团队，单点项目各自为战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16459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场景分散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26280" y="27432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客服、营销、风控各自采购，能力无法复用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EEF3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合规要求高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21040" y="27432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数据不出行、模型可解释、过程可审计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中台总体架构（融合一页）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45920" cy="13716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77440" y="14630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营销助手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040880" y="14630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信贷审批助手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72600" y="14630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运营数字员工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645920" cy="13716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377440" y="30632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063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大模型网关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063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RAG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0880" y="30632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063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智能体编排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72600" y="3063240"/>
            <a:ext cx="219456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0632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模型评测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645920" cy="13716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63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377440" y="4663440"/>
            <a:ext cx="297180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6634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数据中台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86400" y="4663440"/>
            <a:ext cx="297180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6634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595360" y="4663440"/>
            <a:ext cx="297180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6634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权限与审计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某农商行：智能客服上线 3 个月成效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98080" y="182880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问题解决率 86%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坐席人力释放 59%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 +12 分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科技-AI中台建设方案（中小行）</dc:title>
  <dc:subject>PptxGenJS Presentation</dc:subject>
  <dc:creator>PptxGenJS</dc:creator>
  <cp:lastModifiedBy>PptxGenJS</cp:lastModifiedBy>
  <cp:revision>1</cp:revision>
  <dcterms:created xsi:type="dcterms:W3CDTF">2026-10-20T16:15:33Z</dcterms:created>
  <dcterms:modified xsi:type="dcterms:W3CDTF">2026-10-20T16:15:33Z</dcterms:modified>
</cp:coreProperties>
</file>